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Job AI: Revolutionizing Job Search with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Comprehensive Auto-Apply &amp; Job Management System</a:t>
            </a:r>
          </a:p>
          <a:p>
            <a:r>
              <a:t>Presented by: Team Job AI</a:t>
            </a:r>
          </a:p>
          <a:p>
            <a:r>
              <a:t>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Job Hunting is Broken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Time-Consuming: Applicants spend hours filling out repetitive forms.</a:t>
            </a:r>
          </a:p>
          <a:p>
            <a:r>
              <a:t>Complexity: Multiple platforms, different requirements, and varying formats.</a:t>
            </a:r>
          </a:p>
          <a:p>
            <a:r>
              <a:t>Lack of Feedback: 'Apply and forget' with no tracking.</a:t>
            </a:r>
          </a:p>
          <a:p>
            <a:r>
              <a:t>Profile Management: Keeping data updated across sites is a hassle.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Job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Job AI? An intelligent, all-in-one platform for automation.</a:t>
            </a:r>
          </a:p>
          <a:p>
            <a:r>
              <a:t>Core Promise: 'One-Click Application' with intelligent validation.</a:t>
            </a:r>
          </a:p>
          <a:p>
            <a:r>
              <a:t>Differentiation: Active agents working for you, not just a job board.</a:t>
            </a:r>
          </a:p>
          <a:p>
            <a:r>
              <a:t>Result: Saves time, increases volume, improves quality.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⚡ Intelligent Auto-Apply: One-click submission with AI validation.</a:t>
            </a:r>
          </a:p>
          <a:p>
            <a:r>
              <a:t>🤖 Interactive Chatbot: Real-time assistant for profile completion.</a:t>
            </a:r>
          </a:p>
          <a:p>
            <a:r>
              <a:t>🔍 Advanced Job Search: Aggregated jobs from multiple sources.</a:t>
            </a:r>
          </a:p>
          <a:p>
            <a:r>
              <a:t>📄 Smart Profile Management: Centralized profile adapting to forms.</a:t>
            </a:r>
          </a:p>
          <a:p>
            <a:r>
              <a:t>🎨 Premium UI/UX: Dark-mode enabled, modern interface.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Spotlight: Intelligent Auto-Apply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Profile Validation Engine: Checks 8+ critical fields before sending.</a:t>
            </a:r>
          </a:p>
          <a:p>
            <a:r>
              <a:t>Missing Field Detection: Identifies exactly what is missing.</a:t>
            </a:r>
          </a:p>
          <a:p>
            <a:r>
              <a:t>Visual Status Tracking: Idle, Loading, Success, Error, Missing Info.</a:t>
            </a:r>
          </a:p>
          <a:p>
            <a:r>
              <a:t>Error Recovery: Gracefully handles submission errors.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Spotlight: Interactive Chatbot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Context-Aware: Knows why an application paused.</a:t>
            </a:r>
          </a:p>
          <a:p>
            <a:r>
              <a:t>Proactive: Opens automatically when data is missing.</a:t>
            </a:r>
          </a:p>
          <a:p>
            <a:r>
              <a:t>Real-Time Updates: Chat input immediately updates the profile.</a:t>
            </a:r>
          </a:p>
          <a:p>
            <a:r>
              <a:t>User Engagement: Friendly conversation with history and typing indicators.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Next.js 14, TypeScript, Tailwind CSS.</a:t>
            </a:r>
          </a:p>
          <a:p>
            <a:r>
              <a:t>Backend: FastAPI (Python), SQLAlchemy ORM.</a:t>
            </a:r>
          </a:p>
          <a:p>
            <a:r>
              <a:t>Database: SQLite (Dev) / PostgreSQL (Prod).</a:t>
            </a:r>
          </a:p>
          <a:p>
            <a:r>
              <a:t>Security: JWT Auth, Pydantic Validation, BCRYPT.</a:t>
            </a:r>
          </a:p>
          <a:p>
            <a:r>
              <a:t>AI Logic: Custom Python agents for validation.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Experience (UX) &amp;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 Aesthetics: Glassmorphism, Smooth Gradients, Micro-animations.</a:t>
            </a:r>
          </a:p>
          <a:p>
            <a:r>
              <a:t>Responsiveness: Fully functional on Mobile, Tablet, and Desktop.</a:t>
            </a:r>
          </a:p>
          <a:p>
            <a:r>
              <a:t>Accessibility: High contrast Dark Mode, clear feedback.</a:t>
            </a:r>
          </a:p>
          <a:p>
            <a:r>
              <a:t>Interactive Elements: Hover effects, floating buttons (Chatbot).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User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Search: User finds a relevant job card.</a:t>
            </a:r>
          </a:p>
          <a:p>
            <a:r>
              <a:t>2. Action: Clicks 'Auto Apply' (Purple Lightning button).</a:t>
            </a:r>
          </a:p>
          <a:p>
            <a:r>
              <a:t>3. Process: System validates and applies (or Chatbot helps if info missing).</a:t>
            </a:r>
          </a:p>
          <a:p>
            <a:r>
              <a:t>4. Result: User receives visual confirmation instantly.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2: Bulk Auto-Apply (50+ jobs).</a:t>
            </a:r>
          </a:p>
          <a:p>
            <a:r>
              <a:t>Phase 3: AI Cover Letters &amp; Interview Tips.</a:t>
            </a:r>
          </a:p>
          <a:p>
            <a:r>
              <a:t>Phase 4: Direct Integrations (LinkedIn/Glassdoor API).</a:t>
            </a:r>
          </a:p>
          <a:p>
            <a:r>
              <a:t>Conclusion: Job AI is the future of automated recruitment.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